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72" r:id="rId7"/>
    <p:sldId id="263" r:id="rId8"/>
    <p:sldId id="265" r:id="rId9"/>
    <p:sldId id="262" r:id="rId10"/>
    <p:sldId id="266" r:id="rId11"/>
    <p:sldId id="267" r:id="rId12"/>
    <p:sldId id="271" r:id="rId13"/>
    <p:sldId id="268" r:id="rId14"/>
    <p:sldId id="269" r:id="rId15"/>
    <p:sldId id="274" r:id="rId16"/>
    <p:sldId id="277" r:id="rId17"/>
    <p:sldId id="275" r:id="rId18"/>
    <p:sldId id="276" r:id="rId19"/>
    <p:sldId id="264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51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3D22832-4BA6-4D93-84B4-2F37F4F97A1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EDCB288D-BADF-4394-9121-FF61903E7056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2658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2832-4BA6-4D93-84B4-2F37F4F97A1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B288D-BADF-4394-9121-FF61903E70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9441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3D22832-4BA6-4D93-84B4-2F37F4F97A1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DCB288D-BADF-4394-9121-FF61903E7056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734774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2832-4BA6-4D93-84B4-2F37F4F97A1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B288D-BADF-4394-9121-FF61903E70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00762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2832-4BA6-4D93-84B4-2F37F4F97A1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B288D-BADF-4394-9121-FF61903E70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33373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2832-4BA6-4D93-84B4-2F37F4F97A1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B288D-BADF-4394-9121-FF61903E70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461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2832-4BA6-4D93-84B4-2F37F4F97A1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B288D-BADF-4394-9121-FF61903E70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0860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D3D22832-4BA6-4D93-84B4-2F37F4F97A1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EDCB288D-BADF-4394-9121-FF61903E7056}" type="slidenum">
              <a:rPr lang="ru-RU" smtClean="0"/>
              <a:t>‹#›</a:t>
            </a:fld>
            <a:endParaRPr lang="ru-RU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3369724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D3D22832-4BA6-4D93-84B4-2F37F4F97A1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EDCB288D-BADF-4394-9121-FF61903E70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3935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2832-4BA6-4D93-84B4-2F37F4F97A1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B288D-BADF-4394-9121-FF61903E70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7048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22832-4BA6-4D93-84B4-2F37F4F97A1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CB288D-BADF-4394-9121-FF61903E70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2614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3D22832-4BA6-4D93-84B4-2F37F4F97A19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DCB288D-BADF-4394-9121-FF61903E7056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6896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Стоматология</a:t>
            </a: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>
          <a:xfrm>
            <a:off x="4043845" y="6006628"/>
            <a:ext cx="8045373" cy="742279"/>
          </a:xfrm>
        </p:spPr>
        <p:txBody>
          <a:bodyPr>
            <a:normAutofit fontScale="85000" lnSpcReduction="20000"/>
          </a:bodyPr>
          <a:lstStyle/>
          <a:p>
            <a:pPr algn="r"/>
            <a:r>
              <a:rPr lang="ru-RU" dirty="0"/>
              <a:t>Выполнили: </a:t>
            </a:r>
            <a:r>
              <a:rPr lang="ru-RU" dirty="0" err="1"/>
              <a:t>Муслимов</a:t>
            </a:r>
            <a:r>
              <a:rPr lang="ru-RU" dirty="0"/>
              <a:t> Алишер</a:t>
            </a:r>
            <a:br>
              <a:rPr lang="ru-RU" dirty="0"/>
            </a:br>
            <a:r>
              <a:rPr lang="ru-RU" dirty="0"/>
              <a:t>Говоров Александр</a:t>
            </a:r>
            <a:br>
              <a:rPr lang="ru-RU" dirty="0"/>
            </a:br>
            <a:r>
              <a:rPr lang="ru-RU" dirty="0" err="1"/>
              <a:t>Михайлицин</a:t>
            </a:r>
            <a:r>
              <a:rPr lang="ru-RU" dirty="0"/>
              <a:t> Денис</a:t>
            </a:r>
          </a:p>
        </p:txBody>
      </p:sp>
    </p:spTree>
    <p:extLst>
      <p:ext uri="{BB962C8B-B14F-4D97-AF65-F5344CB8AC3E}">
        <p14:creationId xmlns:p14="http://schemas.microsoft.com/office/powerpoint/2010/main" val="2292849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6839" y="208649"/>
            <a:ext cx="10178322" cy="696607"/>
          </a:xfrm>
        </p:spPr>
        <p:txBody>
          <a:bodyPr>
            <a:normAutofit fontScale="90000"/>
          </a:bodyPr>
          <a:lstStyle/>
          <a:p>
            <a:r>
              <a:rPr lang="ru-RU" sz="3200" dirty="0"/>
              <a:t>ЛАБОРАТОРНАЯ №1</a:t>
            </a:r>
            <a:br>
              <a:rPr lang="ru-RU" sz="3200" dirty="0"/>
            </a:br>
            <a:endParaRPr lang="ru-RU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9C8B5-E65A-AC95-74D0-8D96BC5C953F}"/>
              </a:ext>
            </a:extLst>
          </p:cNvPr>
          <p:cNvSpPr txBox="1"/>
          <p:nvPr/>
        </p:nvSpPr>
        <p:spPr>
          <a:xfrm>
            <a:off x="3183685" y="868743"/>
            <a:ext cx="716771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dirty="0">
                <a:solidFill>
                  <a:schemeClr val="tx2"/>
                </a:solidFill>
                <a:latin typeface="+mj-lt"/>
              </a:rPr>
              <a:t>Диаграмма модели предметной области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18EEEB2-AE78-BC4F-CDEF-2C67C7F2C8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83AC3D1-2754-5C48-2CA9-8971B2B5E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411" y="1407352"/>
            <a:ext cx="9354856" cy="501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050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0822" y="739385"/>
            <a:ext cx="10178322" cy="604783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Диаграмма Коммуникаций</a:t>
            </a:r>
          </a:p>
        </p:txBody>
      </p:sp>
      <p:pic>
        <p:nvPicPr>
          <p:cNvPr id="9" name="Объект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07208" y="1545336"/>
            <a:ext cx="8117477" cy="4142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3435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8758" y="1077624"/>
            <a:ext cx="10178322" cy="522871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dirty="0"/>
              <a:t>Диаграмма анализа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4356" y="1865376"/>
            <a:ext cx="8387443" cy="3575304"/>
          </a:xfrm>
        </p:spPr>
      </p:pic>
    </p:spTree>
    <p:extLst>
      <p:ext uri="{BB962C8B-B14F-4D97-AF65-F5344CB8AC3E}">
        <p14:creationId xmlns:p14="http://schemas.microsoft.com/office/powerpoint/2010/main" val="2315581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744206" y="536523"/>
            <a:ext cx="10178322" cy="568591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Диаграмма классов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623" y="1075132"/>
            <a:ext cx="8544233" cy="5626599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41D579-FF99-F508-AC6F-A3EA42D926EF}"/>
              </a:ext>
            </a:extLst>
          </p:cNvPr>
          <p:cNvSpPr txBox="1"/>
          <p:nvPr/>
        </p:nvSpPr>
        <p:spPr>
          <a:xfrm>
            <a:off x="894735" y="27896"/>
            <a:ext cx="3864077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dirty="0">
                <a:solidFill>
                  <a:schemeClr val="tx2"/>
                </a:solidFill>
                <a:latin typeface="+mj-lt"/>
              </a:rPr>
              <a:t>ЛАБОРАТОРНАЯ №2</a:t>
            </a:r>
          </a:p>
        </p:txBody>
      </p:sp>
      <p:pic>
        <p:nvPicPr>
          <p:cNvPr id="4" name="Рисунок 3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E17BD84-73A4-BDFC-AF69-41E0EB4942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990" y="2533661"/>
            <a:ext cx="2838879" cy="17906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23BBFD-9FD8-B621-9756-D733799768D5}"/>
              </a:ext>
            </a:extLst>
          </p:cNvPr>
          <p:cNvSpPr txBox="1"/>
          <p:nvPr/>
        </p:nvSpPr>
        <p:spPr>
          <a:xfrm>
            <a:off x="8866424" y="1742876"/>
            <a:ext cx="3102013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dirty="0">
                <a:solidFill>
                  <a:schemeClr val="tx2"/>
                </a:solidFill>
                <a:latin typeface="+mj-lt"/>
              </a:rPr>
              <a:t>ТЕРНАРНАЯ СВЯЗЬ</a:t>
            </a:r>
          </a:p>
        </p:txBody>
      </p:sp>
    </p:spTree>
    <p:extLst>
      <p:ext uri="{BB962C8B-B14F-4D97-AF65-F5344CB8AC3E}">
        <p14:creationId xmlns:p14="http://schemas.microsoft.com/office/powerpoint/2010/main" val="2799124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F6BA2-CD08-0CAB-678C-DB6019EC9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E9CE85-9B67-1A37-3275-E8605D585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254" y="2403051"/>
            <a:ext cx="4139381" cy="1316039"/>
          </a:xfrm>
        </p:spPr>
        <p:txBody>
          <a:bodyPr>
            <a:normAutofit/>
          </a:bodyPr>
          <a:lstStyle/>
          <a:p>
            <a:pPr algn="ctr"/>
            <a:r>
              <a:rPr lang="ru-RU" sz="2400" dirty="0"/>
              <a:t>Диаграмма </a:t>
            </a:r>
            <a:br>
              <a:rPr lang="ru-RU" sz="2400" dirty="0"/>
            </a:br>
            <a:r>
              <a:rPr lang="ru-RU" sz="2400" dirty="0"/>
              <a:t>последовательностей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4B76D1B-8D27-FF6A-CEB2-2AE2C52E2A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9587" y="160921"/>
            <a:ext cx="6312310" cy="6536158"/>
          </a:xfrm>
        </p:spPr>
      </p:pic>
    </p:spTree>
    <p:extLst>
      <p:ext uri="{BB962C8B-B14F-4D97-AF65-F5344CB8AC3E}">
        <p14:creationId xmlns:p14="http://schemas.microsoft.com/office/powerpoint/2010/main" val="3617790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82644" y="136578"/>
            <a:ext cx="10178322" cy="577735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Диаграмма объектов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621" y="871630"/>
            <a:ext cx="6767350" cy="5666822"/>
          </a:xfrm>
        </p:spPr>
      </p:pic>
    </p:spTree>
    <p:extLst>
      <p:ext uri="{BB962C8B-B14F-4D97-AF65-F5344CB8AC3E}">
        <p14:creationId xmlns:p14="http://schemas.microsoft.com/office/powerpoint/2010/main" val="2416225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97284" y="591419"/>
            <a:ext cx="10178322" cy="68746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dirty="0"/>
              <a:t>Диаграмма вариантов использования</a:t>
            </a:r>
            <a:br>
              <a:rPr lang="ru-RU" sz="3200" dirty="0"/>
            </a:br>
            <a:r>
              <a:rPr lang="ru-RU" sz="3200" dirty="0"/>
              <a:t>(Конкуренты </a:t>
            </a:r>
            <a:r>
              <a:rPr lang="en-US" sz="3200" dirty="0"/>
              <a:t>Master dental, </a:t>
            </a:r>
            <a:r>
              <a:rPr lang="en-US" sz="3200" dirty="0" err="1"/>
              <a:t>VSmail</a:t>
            </a:r>
            <a:r>
              <a:rPr lang="ru-RU" sz="3200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33D065-A911-864C-A13E-7BD9DB8D47CA}"/>
              </a:ext>
            </a:extLst>
          </p:cNvPr>
          <p:cNvSpPr txBox="1"/>
          <p:nvPr/>
        </p:nvSpPr>
        <p:spPr>
          <a:xfrm>
            <a:off x="1066800" y="0"/>
            <a:ext cx="356911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dirty="0">
                <a:solidFill>
                  <a:schemeClr val="tx2"/>
                </a:solidFill>
                <a:latin typeface="+mj-lt"/>
              </a:rPr>
              <a:t>ЛАБОРАТОРНАЯ №3</a:t>
            </a:r>
          </a:p>
        </p:txBody>
      </p:sp>
      <p:pic>
        <p:nvPicPr>
          <p:cNvPr id="15" name="Объект 14" descr="Изображение выглядит как текст, диаграмма, круг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A98E186-1EDB-3D2C-2253-7348E0CE30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15187"/>
            <a:ext cx="6061011" cy="4355635"/>
          </a:xfr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766A75-74F1-4B21-B959-89A196DD8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1011" y="1947577"/>
            <a:ext cx="6130989" cy="452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71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1678" y="207665"/>
            <a:ext cx="10178322" cy="605167"/>
          </a:xfrm>
        </p:spPr>
        <p:txBody>
          <a:bodyPr>
            <a:normAutofit fontScale="90000"/>
          </a:bodyPr>
          <a:lstStyle/>
          <a:p>
            <a:pPr algn="ctr"/>
            <a:r>
              <a:rPr lang="ru-RU" sz="3200" dirty="0" err="1"/>
              <a:t>ДиаграммА</a:t>
            </a:r>
            <a:r>
              <a:rPr lang="ru-RU" sz="3200" dirty="0"/>
              <a:t> вариантов использования</a:t>
            </a:r>
            <a:br>
              <a:rPr lang="ru-RU" sz="3200" dirty="0"/>
            </a:br>
            <a:r>
              <a:rPr lang="ru-RU" sz="3200" dirty="0"/>
              <a:t>(для стоматологии «улыбка»)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A766661-C17E-534F-19C9-E8A7DC96E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042054F-3244-D456-E693-A030915CD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210" y="1339005"/>
            <a:ext cx="9633257" cy="5061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189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8253" y="1074082"/>
            <a:ext cx="10178322" cy="605167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Диаграмма Пакетов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418302-B651-BA6F-5123-33C74D53F63F}"/>
              </a:ext>
            </a:extLst>
          </p:cNvPr>
          <p:cNvSpPr txBox="1"/>
          <p:nvPr/>
        </p:nvSpPr>
        <p:spPr>
          <a:xfrm>
            <a:off x="1012723" y="226142"/>
            <a:ext cx="3765754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dirty="0">
                <a:solidFill>
                  <a:schemeClr val="tx2"/>
                </a:solidFill>
                <a:latin typeface="+mj-lt"/>
              </a:rPr>
              <a:t>ЛАБОРАТОРНАЯ №4</a:t>
            </a:r>
          </a:p>
        </p:txBody>
      </p:sp>
      <p:pic>
        <p:nvPicPr>
          <p:cNvPr id="10" name="Объект 9" descr="Изображение выглядит как диаграмма, Прямоугольник, текст, Пла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5489667-D69D-0DC8-FA32-F5710CC7F0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322" y="1988580"/>
            <a:ext cx="6113447" cy="4049728"/>
          </a:xfrm>
        </p:spPr>
      </p:pic>
    </p:spTree>
    <p:extLst>
      <p:ext uri="{BB962C8B-B14F-4D97-AF65-F5344CB8AC3E}">
        <p14:creationId xmlns:p14="http://schemas.microsoft.com/office/powerpoint/2010/main" val="2894885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1678" y="482969"/>
            <a:ext cx="10178322" cy="605167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Диаграмма компонентов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B7100F-0978-D7D5-077A-A73D7BF1F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0BE664F-F3C5-5CBC-48AE-C0E5E4965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917" y="1166794"/>
            <a:ext cx="9186165" cy="537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8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1678" y="482969"/>
            <a:ext cx="10178322" cy="605167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Диаграмма развёртывания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FAA37FBE-4EA4-1509-9923-A5B9949B0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DBEBC1C-B7A9-4175-D9A1-C3292B5FF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888" y="1456395"/>
            <a:ext cx="9221487" cy="451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997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65431" y="2703080"/>
            <a:ext cx="4165897" cy="1137792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Диаграмма Деятельности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2B65F9-90AA-BE09-45BE-8F8D87A29BC3}"/>
              </a:ext>
            </a:extLst>
          </p:cNvPr>
          <p:cNvSpPr txBox="1"/>
          <p:nvPr/>
        </p:nvSpPr>
        <p:spPr>
          <a:xfrm>
            <a:off x="962593" y="388373"/>
            <a:ext cx="442451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dirty="0">
                <a:solidFill>
                  <a:schemeClr val="tx2"/>
                </a:solidFill>
                <a:latin typeface="+mj-lt"/>
              </a:rPr>
              <a:t>ЛАБОРАТОРНАЯ №5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90416AC-F0B0-8D5B-D438-297C37074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871" y="176982"/>
            <a:ext cx="7529872" cy="657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791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22182" y="173195"/>
            <a:ext cx="10178322" cy="605167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Диаграммы Состояний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1F2718-722E-65DC-15C9-B9667C1C6EBA}"/>
              </a:ext>
            </a:extLst>
          </p:cNvPr>
          <p:cNvSpPr txBox="1"/>
          <p:nvPr/>
        </p:nvSpPr>
        <p:spPr>
          <a:xfrm>
            <a:off x="1662494" y="857020"/>
            <a:ext cx="356911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dirty="0">
                <a:solidFill>
                  <a:schemeClr val="tx2"/>
                </a:solidFill>
                <a:latin typeface="+mj-lt"/>
              </a:rPr>
              <a:t>СОСТОЯНИЕ ПАЦИЕНТА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30E7F7F-7DDC-2C4F-1371-CD511C994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494" y="1395629"/>
            <a:ext cx="9297698" cy="52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434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51D91-FF38-A1A3-C930-0860DA794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ADB006-4859-9635-16CE-FD2511E4F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178169"/>
            <a:ext cx="10178322" cy="605167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Диаграммы Состояний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9580CA-D307-B484-623C-131B849FFA98}"/>
              </a:ext>
            </a:extLst>
          </p:cNvPr>
          <p:cNvSpPr txBox="1"/>
          <p:nvPr/>
        </p:nvSpPr>
        <p:spPr>
          <a:xfrm>
            <a:off x="1106917" y="1337182"/>
            <a:ext cx="3569110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dirty="0">
                <a:solidFill>
                  <a:schemeClr val="tx2"/>
                </a:solidFill>
                <a:latin typeface="+mj-lt"/>
              </a:rPr>
              <a:t>СОСТОЯНИЕ БРЕКЕТОВ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E8F98FF-BC95-240E-0589-E26B18F73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917" y="1875792"/>
            <a:ext cx="10385019" cy="4013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198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8509B-596D-33C2-86A3-B86123AC9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5AF42-8E2D-838D-7CFE-FD02E285C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178169"/>
            <a:ext cx="10178322" cy="605167"/>
          </a:xfrm>
        </p:spPr>
        <p:txBody>
          <a:bodyPr>
            <a:normAutofit/>
          </a:bodyPr>
          <a:lstStyle/>
          <a:p>
            <a:pPr algn="ctr"/>
            <a:r>
              <a:rPr lang="ru-RU" sz="3200" dirty="0"/>
              <a:t>Диаграммы Состояний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5A98D3-FA18-F740-2CB9-0CD3E2685496}"/>
              </a:ext>
            </a:extLst>
          </p:cNvPr>
          <p:cNvSpPr txBox="1"/>
          <p:nvPr/>
        </p:nvSpPr>
        <p:spPr>
          <a:xfrm>
            <a:off x="1106917" y="1337182"/>
            <a:ext cx="6892024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dirty="0">
                <a:solidFill>
                  <a:schemeClr val="tx2"/>
                </a:solidFill>
                <a:latin typeface="+mj-lt"/>
              </a:rPr>
              <a:t>СОСТОЯНИЕ Доктора другой стоматологии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2471FDD-98DB-44C8-889E-273DE3069E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307" y="2058934"/>
            <a:ext cx="9980693" cy="413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867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56BE51C-2CFE-0260-EB8A-D1ABD6D8E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0116" y="0"/>
            <a:ext cx="6706310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8290F60-4382-AFD9-5913-D3B2338C4B27}"/>
              </a:ext>
            </a:extLst>
          </p:cNvPr>
          <p:cNvSpPr txBox="1"/>
          <p:nvPr/>
        </p:nvSpPr>
        <p:spPr>
          <a:xfrm>
            <a:off x="1032387" y="2598003"/>
            <a:ext cx="46801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chemeClr val="tx2"/>
                </a:solidFill>
                <a:latin typeface="+mj-lt"/>
              </a:rPr>
              <a:t>ЕСТЬ 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909185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3210E5-CFB4-9718-A360-D3EB5958B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7452" y="145737"/>
            <a:ext cx="3296788" cy="538609"/>
          </a:xfrm>
        </p:spPr>
        <p:txBody>
          <a:bodyPr>
            <a:normAutofit/>
          </a:bodyPr>
          <a:lstStyle/>
          <a:p>
            <a:r>
              <a:rPr lang="ru-RU" sz="2900" dirty="0"/>
              <a:t>ВАШИ ВОПРОСЫ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181115-B95B-063E-A668-018C13FBE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464" y="684346"/>
            <a:ext cx="8557045" cy="58371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255193-9670-7406-C0CE-48CCE93592BF}"/>
              </a:ext>
            </a:extLst>
          </p:cNvPr>
          <p:cNvSpPr txBox="1"/>
          <p:nvPr/>
        </p:nvSpPr>
        <p:spPr>
          <a:xfrm>
            <a:off x="8272800" y="145737"/>
            <a:ext cx="97935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900" dirty="0">
                <a:solidFill>
                  <a:schemeClr val="tx2"/>
                </a:solidFill>
                <a:latin typeface="+mj-lt"/>
              </a:rPr>
              <a:t>МЫ</a:t>
            </a:r>
          </a:p>
        </p:txBody>
      </p:sp>
    </p:spTree>
    <p:extLst>
      <p:ext uri="{BB962C8B-B14F-4D97-AF65-F5344CB8AC3E}">
        <p14:creationId xmlns:p14="http://schemas.microsoft.com/office/powerpoint/2010/main" val="331481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373626" y="0"/>
            <a:ext cx="11444748" cy="1359677"/>
          </a:xfrm>
        </p:spPr>
        <p:txBody>
          <a:bodyPr/>
          <a:lstStyle/>
          <a:p>
            <a:r>
              <a:rPr lang="ru-RU" sz="7200" dirty="0"/>
              <a:t>Спасибо за внимание</a:t>
            </a:r>
          </a:p>
        </p:txBody>
      </p:sp>
      <p:pic>
        <p:nvPicPr>
          <p:cNvPr id="3" name="Рисунок 2" descr="Изображение выглядит как кот, млекопитающее, домашняя кошка, Мелкие и средние кошки">
            <a:extLst>
              <a:ext uri="{FF2B5EF4-FFF2-40B4-BE49-F238E27FC236}">
                <a16:creationId xmlns:a16="http://schemas.microsoft.com/office/drawing/2014/main" id="{0567A29D-E0FD-BFCF-6C6B-3CAA5145B4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6617" y="1212194"/>
            <a:ext cx="7418766" cy="528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890419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Эмблема</Template>
  <TotalTime>344</TotalTime>
  <Words>96</Words>
  <Application>Microsoft Office PowerPoint</Application>
  <PresentationFormat>Широкоэкранный</PresentationFormat>
  <Paragraphs>30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Corbel</vt:lpstr>
      <vt:lpstr>Gill Sans MT</vt:lpstr>
      <vt:lpstr>Impact</vt:lpstr>
      <vt:lpstr>Badge</vt:lpstr>
      <vt:lpstr>Стоматология</vt:lpstr>
      <vt:lpstr>ЛАБОРАТОРНАЯ №1 </vt:lpstr>
      <vt:lpstr>Диаграмма Коммуникаций</vt:lpstr>
      <vt:lpstr>Диаграмма анализа</vt:lpstr>
      <vt:lpstr>Диаграмма классов</vt:lpstr>
      <vt:lpstr>Диаграмма  последовательностей</vt:lpstr>
      <vt:lpstr>Диаграмма объектов</vt:lpstr>
      <vt:lpstr>Диаграмма вариантов использования (Конкуренты Master dental, VSmail)</vt:lpstr>
      <vt:lpstr>ДиаграммА вариантов использования (для стоматологии «улыбка»)</vt:lpstr>
      <vt:lpstr>Диаграмма Пакетов</vt:lpstr>
      <vt:lpstr>Диаграмма компонентов</vt:lpstr>
      <vt:lpstr>Диаграмма развёртывания</vt:lpstr>
      <vt:lpstr>Диаграмма Деятельности</vt:lpstr>
      <vt:lpstr>Диаграммы Состояний</vt:lpstr>
      <vt:lpstr>Диаграммы Состояний</vt:lpstr>
      <vt:lpstr>Диаграммы Состояний</vt:lpstr>
      <vt:lpstr>Презентация PowerPoint</vt:lpstr>
      <vt:lpstr>ВАШИ ВОПРОСЫ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Стоматология</dc:title>
  <dc:creator>GameR</dc:creator>
  <cp:lastModifiedBy>Александр Говоров</cp:lastModifiedBy>
  <cp:revision>27</cp:revision>
  <dcterms:created xsi:type="dcterms:W3CDTF">2025-11-30T04:37:13Z</dcterms:created>
  <dcterms:modified xsi:type="dcterms:W3CDTF">2025-12-08T05:46:31Z</dcterms:modified>
</cp:coreProperties>
</file>