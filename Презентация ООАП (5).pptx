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3" r:id="rId8"/>
    <p:sldId id="265" r:id="rId9"/>
    <p:sldId id="270" r:id="rId10"/>
    <p:sldId id="262" r:id="rId11"/>
    <p:sldId id="266" r:id="rId12"/>
    <p:sldId id="267" r:id="rId13"/>
    <p:sldId id="271" r:id="rId14"/>
    <p:sldId id="268" r:id="rId15"/>
    <p:sldId id="269" r:id="rId16"/>
    <p:sldId id="264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65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44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34774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0762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3373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6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86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36972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93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04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61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3D22832-4BA6-4D93-84B4-2F37F4F97A19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89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Стоматология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4043845" y="6006628"/>
            <a:ext cx="8045373" cy="742279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dirty="0"/>
              <a:t>Выполнили: </a:t>
            </a:r>
            <a:r>
              <a:rPr lang="ru-RU" dirty="0" err="1"/>
              <a:t>Муслимов</a:t>
            </a:r>
            <a:r>
              <a:rPr lang="ru-RU" dirty="0"/>
              <a:t> Алишер</a:t>
            </a:r>
            <a:br>
              <a:rPr lang="ru-RU" dirty="0"/>
            </a:br>
            <a:r>
              <a:rPr lang="ru-RU" dirty="0"/>
              <a:t>Говоров Александр</a:t>
            </a:r>
            <a:br>
              <a:rPr lang="ru-RU" dirty="0"/>
            </a:br>
            <a:r>
              <a:rPr lang="ru-RU" dirty="0" err="1"/>
              <a:t>Михайлицин</a:t>
            </a:r>
            <a:r>
              <a:rPr lang="ru-RU" dirty="0"/>
              <a:t> Денис</a:t>
            </a:r>
          </a:p>
        </p:txBody>
      </p:sp>
    </p:spTree>
    <p:extLst>
      <p:ext uri="{BB962C8B-B14F-4D97-AF65-F5344CB8AC3E}">
        <p14:creationId xmlns:p14="http://schemas.microsoft.com/office/powerpoint/2010/main" val="229284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6839" y="208649"/>
            <a:ext cx="10178322" cy="696607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ЛАБОРАТОРНАЯ №1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9C8B5-E65A-AC95-74D0-8D96BC5C953F}"/>
              </a:ext>
            </a:extLst>
          </p:cNvPr>
          <p:cNvSpPr txBox="1"/>
          <p:nvPr/>
        </p:nvSpPr>
        <p:spPr>
          <a:xfrm>
            <a:off x="3183685" y="868743"/>
            <a:ext cx="71677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Диаграмма модели предметной области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8EEEB2-AE78-BC4F-CDEF-2C67C7F2C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3AC3D1-2754-5C48-2CA9-8971B2B5E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411" y="1407352"/>
            <a:ext cx="9354856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5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0822" y="739385"/>
            <a:ext cx="10178322" cy="604783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Коммуникаций</a:t>
            </a:r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07208" y="1545336"/>
            <a:ext cx="8117477" cy="414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43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8758" y="1077624"/>
            <a:ext cx="10178322" cy="52287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/>
              <a:t>Диаграмма анализа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356" y="1865376"/>
            <a:ext cx="8387443" cy="3575304"/>
          </a:xfrm>
        </p:spPr>
      </p:pic>
    </p:spTree>
    <p:extLst>
      <p:ext uri="{BB962C8B-B14F-4D97-AF65-F5344CB8AC3E}">
        <p14:creationId xmlns:p14="http://schemas.microsoft.com/office/powerpoint/2010/main" val="231558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744206" y="536523"/>
            <a:ext cx="10178322" cy="568591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классов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23" y="1075132"/>
            <a:ext cx="8544233" cy="562659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41D579-FF99-F508-AC6F-A3EA42D926EF}"/>
              </a:ext>
            </a:extLst>
          </p:cNvPr>
          <p:cNvSpPr txBox="1"/>
          <p:nvPr/>
        </p:nvSpPr>
        <p:spPr>
          <a:xfrm>
            <a:off x="894735" y="27896"/>
            <a:ext cx="386407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ЛАБОРАТОРНАЯ №2</a:t>
            </a:r>
          </a:p>
        </p:txBody>
      </p:sp>
      <p:pic>
        <p:nvPicPr>
          <p:cNvPr id="4" name="Рисунок 3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17BD84-73A4-BDFC-AF69-41E0EB494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990" y="2533661"/>
            <a:ext cx="2838879" cy="17906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23BBFD-9FD8-B621-9756-D733799768D5}"/>
              </a:ext>
            </a:extLst>
          </p:cNvPr>
          <p:cNvSpPr txBox="1"/>
          <p:nvPr/>
        </p:nvSpPr>
        <p:spPr>
          <a:xfrm>
            <a:off x="8866424" y="1742876"/>
            <a:ext cx="310201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ТЕРНАРНАЯ СВЯЗЬ</a:t>
            </a:r>
          </a:p>
        </p:txBody>
      </p:sp>
    </p:spTree>
    <p:extLst>
      <p:ext uri="{BB962C8B-B14F-4D97-AF65-F5344CB8AC3E}">
        <p14:creationId xmlns:p14="http://schemas.microsoft.com/office/powerpoint/2010/main" val="279912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6BA2-CD08-0CAB-678C-DB6019EC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9CE85-9B67-1A37-3275-E8605D58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254" y="2403051"/>
            <a:ext cx="4139381" cy="1316039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Диаграмма </a:t>
            </a:r>
            <a:br>
              <a:rPr lang="ru-RU" sz="2400" dirty="0"/>
            </a:br>
            <a:r>
              <a:rPr lang="ru-RU" sz="2400" dirty="0"/>
              <a:t>последовательностей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B76D1B-8D27-FF6A-CEB2-2AE2C52E2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587" y="160921"/>
            <a:ext cx="6312310" cy="6536158"/>
          </a:xfrm>
        </p:spPr>
      </p:pic>
    </p:spTree>
    <p:extLst>
      <p:ext uri="{BB962C8B-B14F-4D97-AF65-F5344CB8AC3E}">
        <p14:creationId xmlns:p14="http://schemas.microsoft.com/office/powerpoint/2010/main" val="361779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577735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объектов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130" y="960120"/>
            <a:ext cx="6767350" cy="5311948"/>
          </a:xfrm>
        </p:spPr>
      </p:pic>
    </p:spTree>
    <p:extLst>
      <p:ext uri="{BB962C8B-B14F-4D97-AF65-F5344CB8AC3E}">
        <p14:creationId xmlns:p14="http://schemas.microsoft.com/office/powerpoint/2010/main" val="2416225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7284" y="591419"/>
            <a:ext cx="10178322" cy="6874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/>
              <a:t>Диаграмма вариантов использования</a:t>
            </a:r>
            <a:br>
              <a:rPr lang="ru-RU" sz="3200" dirty="0"/>
            </a:br>
            <a:r>
              <a:rPr lang="ru-RU" sz="3200" dirty="0"/>
              <a:t>(для </a:t>
            </a:r>
            <a:r>
              <a:rPr lang="en-US" sz="3200" dirty="0" err="1"/>
              <a:t>master.dental</a:t>
            </a:r>
            <a:r>
              <a:rPr lang="ru-RU" sz="32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3D065-A911-864C-A13E-7BD9DB8D47CA}"/>
              </a:ext>
            </a:extLst>
          </p:cNvPr>
          <p:cNvSpPr txBox="1"/>
          <p:nvPr/>
        </p:nvSpPr>
        <p:spPr>
          <a:xfrm>
            <a:off x="1066800" y="0"/>
            <a:ext cx="356911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ЛАБОРАТОРНАЯ №3</a:t>
            </a:r>
          </a:p>
        </p:txBody>
      </p:sp>
      <p:pic>
        <p:nvPicPr>
          <p:cNvPr id="15" name="Объект 14" descr="Изображение выглядит как текст, диаграмма, круг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98E186-1EDB-3D2C-2253-7348E0CE3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631" y="2063074"/>
            <a:ext cx="8804737" cy="4355635"/>
          </a:xfrm>
        </p:spPr>
      </p:pic>
    </p:spTree>
    <p:extLst>
      <p:ext uri="{BB962C8B-B14F-4D97-AF65-F5344CB8AC3E}">
        <p14:creationId xmlns:p14="http://schemas.microsoft.com/office/powerpoint/2010/main" val="202071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217793"/>
            <a:ext cx="10178322" cy="6874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/>
              <a:t>Диаграмма вариантов использования</a:t>
            </a:r>
            <a:br>
              <a:rPr lang="ru-RU" sz="3200" dirty="0"/>
            </a:br>
            <a:r>
              <a:rPr lang="ru-RU" sz="3200" dirty="0"/>
              <a:t>(для </a:t>
            </a:r>
            <a:r>
              <a:rPr lang="en-US" sz="3200" dirty="0" err="1"/>
              <a:t>Viniry</a:t>
            </a:r>
            <a:r>
              <a:rPr lang="en-US" sz="3200" dirty="0"/>
              <a:t>-v-</a:t>
            </a:r>
            <a:r>
              <a:rPr lang="en-US" sz="3200" dirty="0" err="1"/>
              <a:t>msmile</a:t>
            </a:r>
            <a:r>
              <a:rPr lang="ru-RU" sz="3200" dirty="0"/>
              <a:t>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731773-6744-7B67-BE6E-739B2221C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33E88B-0ED9-FB64-81F4-A5D1ABEFB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126" y="1300479"/>
            <a:ext cx="7556433" cy="514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35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207665"/>
            <a:ext cx="10178322" cy="60516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 err="1"/>
              <a:t>ДиаграммА</a:t>
            </a:r>
            <a:r>
              <a:rPr lang="ru-RU" sz="3200" dirty="0"/>
              <a:t> вариантов использования</a:t>
            </a:r>
            <a:br>
              <a:rPr lang="ru-RU" sz="3200" dirty="0"/>
            </a:br>
            <a:r>
              <a:rPr lang="ru-RU" sz="3200" dirty="0"/>
              <a:t>(для стоматологии «улыбка»)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A766661-C17E-534F-19C9-E8A7DC96E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42054F-3244-D456-E693-A030915CD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10" y="1339005"/>
            <a:ext cx="9633257" cy="506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89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253" y="1074082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Пакетов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418302-B651-BA6F-5123-33C74D53F63F}"/>
              </a:ext>
            </a:extLst>
          </p:cNvPr>
          <p:cNvSpPr txBox="1"/>
          <p:nvPr/>
        </p:nvSpPr>
        <p:spPr>
          <a:xfrm>
            <a:off x="1012723" y="226142"/>
            <a:ext cx="376575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ЛАБОРАТОРНАЯ №4</a:t>
            </a:r>
          </a:p>
        </p:txBody>
      </p:sp>
      <p:pic>
        <p:nvPicPr>
          <p:cNvPr id="10" name="Объект 9" descr="Изображение выглядит как диаграмма, Прямоугольник, текст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489667-D69D-0DC8-FA32-F5710CC7F0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322" y="1988580"/>
            <a:ext cx="6113447" cy="4049728"/>
          </a:xfrm>
        </p:spPr>
      </p:pic>
    </p:spTree>
    <p:extLst>
      <p:ext uri="{BB962C8B-B14F-4D97-AF65-F5344CB8AC3E}">
        <p14:creationId xmlns:p14="http://schemas.microsoft.com/office/powerpoint/2010/main" val="2894885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482969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компонентов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B7100F-0978-D7D5-077A-A73D7BF1F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BE664F-F3C5-5CBC-48AE-C0E5E496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917" y="1166794"/>
            <a:ext cx="9186165" cy="537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482969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развёртывания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AA37FBE-4EA4-1509-9923-A5B9949B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BEBC1C-B7A9-4175-D9A1-C3292B5FF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56" y="1171260"/>
            <a:ext cx="9221487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97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2013" y="673174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Деятельности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B65F9-90AA-BE09-45BE-8F8D87A29BC3}"/>
              </a:ext>
            </a:extLst>
          </p:cNvPr>
          <p:cNvSpPr txBox="1"/>
          <p:nvPr/>
        </p:nvSpPr>
        <p:spPr>
          <a:xfrm>
            <a:off x="1111045" y="88490"/>
            <a:ext cx="44245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ЛАБОРАТОРНАЯ №5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57CFB84-1808-E45B-EABE-DC0BDE4AA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0416AC-F0B0-8D5B-D438-297C3707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449" y="1426259"/>
            <a:ext cx="8207101" cy="500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91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482969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Диаграммы Состояний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0B0C83-B031-3BAA-C448-7E6351767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43FEDF-2D31-F7E8-F239-2018891CE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20" y="1981102"/>
            <a:ext cx="7034417" cy="336587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8664A3D-57F3-C3DA-F84C-BBD772C42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172" y="1189276"/>
            <a:ext cx="3556686" cy="494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34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675890419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Эмблема</Template>
  <TotalTime>137</TotalTime>
  <Words>85</Words>
  <Application>Microsoft Office PowerPoint</Application>
  <PresentationFormat>Широкоэкранный</PresentationFormat>
  <Paragraphs>23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Corbel</vt:lpstr>
      <vt:lpstr>Gill Sans MT</vt:lpstr>
      <vt:lpstr>Impact</vt:lpstr>
      <vt:lpstr>Badge</vt:lpstr>
      <vt:lpstr>Стоматология</vt:lpstr>
      <vt:lpstr>ЛАБОРАТОРНАЯ №1 </vt:lpstr>
      <vt:lpstr>Диаграмма Коммуникаций</vt:lpstr>
      <vt:lpstr>Диаграмма анализа</vt:lpstr>
      <vt:lpstr>Диаграмма классов</vt:lpstr>
      <vt:lpstr>Диаграмма  последовательностей</vt:lpstr>
      <vt:lpstr>Диаграмма объектов</vt:lpstr>
      <vt:lpstr>Диаграмма вариантов использования (для master.dental)</vt:lpstr>
      <vt:lpstr>Диаграмма вариантов использования (для Viniry-v-msmile)</vt:lpstr>
      <vt:lpstr>ДиаграммА вариантов использования (для стоматологии «улыбка»)</vt:lpstr>
      <vt:lpstr>Диаграмма Пакетов</vt:lpstr>
      <vt:lpstr>Диаграмма компонентов</vt:lpstr>
      <vt:lpstr>Диаграмма развёртывания</vt:lpstr>
      <vt:lpstr>Диаграмма Деятельности</vt:lpstr>
      <vt:lpstr>Диаграммы Состояний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Стоматология</dc:title>
  <dc:creator>GameR</dc:creator>
  <cp:lastModifiedBy>Александр Говоров</cp:lastModifiedBy>
  <cp:revision>16</cp:revision>
  <dcterms:created xsi:type="dcterms:W3CDTF">2025-11-30T04:37:13Z</dcterms:created>
  <dcterms:modified xsi:type="dcterms:W3CDTF">2025-12-01T05:32:56Z</dcterms:modified>
</cp:coreProperties>
</file>